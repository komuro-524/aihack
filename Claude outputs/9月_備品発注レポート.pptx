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6B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2026年9月 備品発注レポート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総務部　／　9月18日発注分まで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サンプル商事 様 納品分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D6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120640" cy="3566160"/>
          </a:xfrm>
          <a:prstGeom prst="rect">
            <a:avLst/>
          </a:prstGeom>
          <a:solidFill>
            <a:srgbClr val="F7F5F0"/>
          </a:solidFill>
          <a:ln w="12700">
            <a:solidFill>
              <a:srgbClr val="E7E2D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806440" y="1097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9月の発注額は 275,150円（8月 568,730円）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サンプル商事分は OA機器 74,620円が最多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総務部は予算比 43%。上期平均は 126%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上期平均がいちばん高いのは開発部 174%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4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出典：2026年9月_備品発注集計.xlsx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2026-09-21T04:04:54Z</dcterms:created>
  <dcterms:modified xsi:type="dcterms:W3CDTF">2026-09-21T04:04:54Z</dcterms:modified>
</cp:coreProperties>
</file>